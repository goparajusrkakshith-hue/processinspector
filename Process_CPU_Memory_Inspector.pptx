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84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8899855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 &amp; KERNEL PROGRAMMING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rPr dirty="0"/>
              <a:t>Process CPU &amp; Memory Inspector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rPr dirty="0"/>
              <a:t>Inspecting Kernel States, Process Trees, and Physical RAM Allocation via the Linux /proc Pseudo-Filesystem</a:t>
            </a:r>
            <a:endParaRPr lang="en-US" dirty="0"/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endParaRPr lang="en-IN" dirty="0"/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endParaRPr lang="en-IN" dirty="0"/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r>
              <a:rPr lang="en-US" dirty="0"/>
              <a:t>Team</a:t>
            </a:r>
            <a:r>
              <a:rPr dirty="0"/>
              <a:t>: </a:t>
            </a:r>
            <a:r>
              <a:rPr lang="en-US" dirty="0"/>
              <a:t>6  </a:t>
            </a:r>
            <a:r>
              <a:rPr lang="en-IN" dirty="0"/>
              <a:t>| </a:t>
            </a:r>
            <a:r>
              <a:rPr lang="en-US" dirty="0"/>
              <a:t> Project ID: 3</a:t>
            </a:r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br>
              <a:rPr lang="en-US" dirty="0"/>
            </a:br>
            <a:r>
              <a:rPr lang="en-US" dirty="0"/>
              <a:t>MEMBERS:</a:t>
            </a:r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br>
              <a:rPr lang="en-US" dirty="0"/>
            </a:br>
            <a:r>
              <a:rPr lang="en-US" dirty="0"/>
              <a:t>Hemanth       2510030326</a:t>
            </a:r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r>
              <a:rPr lang="en-US" dirty="0"/>
              <a:t>Yeshwanth    510030357</a:t>
            </a:r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r>
              <a:rPr dirty="0" err="1"/>
              <a:t>Akshith</a:t>
            </a:r>
            <a:r>
              <a:rPr lang="en-US" dirty="0"/>
              <a:t>         2510030365</a:t>
            </a:r>
          </a:p>
          <a:p>
            <a:pPr>
              <a:defRPr sz="1400" b="1">
                <a:solidFill>
                  <a:srgbClr val="4ADE80"/>
                </a:solidFill>
                <a:latin typeface="Arial"/>
              </a:defRPr>
            </a:pPr>
            <a:r>
              <a:rPr lang="en-IN" dirty="0"/>
              <a:t>Parimal</a:t>
            </a:r>
            <a:r>
              <a:rPr dirty="0"/>
              <a:t>  </a:t>
            </a:r>
            <a:r>
              <a:rPr lang="en-US" dirty="0"/>
              <a:t>       2510030368   </a:t>
            </a:r>
            <a:r>
              <a:rPr dirty="0"/>
              <a:t>|  Evaluation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Introduction: The Linux /proc Pseudo-Filesystem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Virtual In-Memory FS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The /proc directory is not stored on a hard drive or SSD. It is an in-memory virtual filesystem dynamically generated by the Linux kernel during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Kernel-to-User Interface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Acts as a transparent bridge, exposing internal kernel control structures, scheduling queues, hardware stats, and live Process Control Blocks (PCBs).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Per-Process Structure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Every active process has a dedicated directory at /proc/&lt;PID&gt;/ containing critical runtime state files like status, stat, statm, and cmdline.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86200"/>
            <a:ext cx="51663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'Everything is a File'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Adheres to Unix philosophy: developers inspect complex kernel telemetry using standard file I/O operations (fopen, fgets) without writing kernel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294436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rPr dirty="0"/>
              <a:t>Primary Objective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Learn how modern operating systems expose process states, lifecycle transitions, and memory footprint metrics through virtual file interfaces (/proc).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2077895"/>
            <a:ext cx="2944368" cy="274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  <a:latin typeface="Arial"/>
              </a:defRPr>
            </a:pPr>
            <a:r>
              <a:rPr dirty="0"/>
              <a:t>Core Engineering Tasks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• Construct dynamic target paths: /proc/&lt;PID&gt;/status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• Safely open and read pseudo-files in user space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• Parse critical telemetry tokens using </a:t>
            </a:r>
            <a:r>
              <a:rPr dirty="0" err="1"/>
              <a:t>strncmp</a:t>
            </a:r>
            <a:r>
              <a:rPr dirty="0"/>
              <a:t>()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• Format and display structured process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38744" y="2077895"/>
            <a:ext cx="2944368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BF24"/>
                </a:solidFill>
                <a:latin typeface="Arial"/>
              </a:defRPr>
            </a:pPr>
            <a:r>
              <a:rPr dirty="0"/>
              <a:t>Expected Outcomes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• Build a lightweight process diagnostic utility in pure C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• Zero third-party dependency — pure POSIX system APIs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• Cross-validate outputs against Linux </a:t>
            </a:r>
            <a:r>
              <a:rPr dirty="0" err="1"/>
              <a:t>ps</a:t>
            </a:r>
            <a:r>
              <a:rPr dirty="0"/>
              <a:t> and cat utilities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Technical Stack: Tools, Header Files &amp; C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944368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  <a:latin typeface="Arial"/>
              </a:defRPr>
            </a:pPr>
            <a:r>
              <a:rPr dirty="0"/>
              <a:t>Diagnostic Tools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sz="1400" b="1" dirty="0"/>
              <a:t>• </a:t>
            </a:r>
            <a:r>
              <a:rPr sz="1400" b="1" dirty="0" err="1"/>
              <a:t>gcc</a:t>
            </a:r>
            <a:r>
              <a:rPr sz="1400" b="1" dirty="0"/>
              <a:t>: </a:t>
            </a:r>
            <a:r>
              <a:rPr sz="1400" dirty="0"/>
              <a:t>GNU Compiler Collection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b="1" dirty="0"/>
              <a:t>• cat</a:t>
            </a:r>
            <a:r>
              <a:rPr sz="1400" dirty="0"/>
              <a:t>: Print raw /proc/&lt;PID&gt;/status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b="1" dirty="0"/>
              <a:t>• </a:t>
            </a:r>
            <a:r>
              <a:rPr sz="1400" b="1" dirty="0" err="1"/>
              <a:t>ps</a:t>
            </a:r>
            <a:r>
              <a:rPr sz="1400" b="1" dirty="0"/>
              <a:t>: </a:t>
            </a:r>
            <a:r>
              <a:rPr sz="1400" dirty="0"/>
              <a:t>Process status table </a:t>
            </a:r>
            <a:r>
              <a:rPr lang="en-US" sz="1400" dirty="0"/>
              <a:t>      </a:t>
            </a:r>
            <a:r>
              <a:rPr sz="1400" dirty="0"/>
              <a:t>verification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 </a:t>
            </a:r>
            <a:r>
              <a:rPr sz="1400" dirty="0" err="1"/>
              <a:t>ps</a:t>
            </a:r>
            <a:r>
              <a:rPr sz="1400" dirty="0"/>
              <a:t> -p &lt;PID&gt; -o </a:t>
            </a:r>
            <a:r>
              <a:rPr sz="1400" dirty="0" err="1"/>
              <a:t>pid,ppid,state,rss,comm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2194560"/>
            <a:ext cx="2944368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  <a:latin typeface="Arial"/>
              </a:defRPr>
            </a:pPr>
            <a:r>
              <a:rPr dirty="0"/>
              <a:t>Header Files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b="1" dirty="0"/>
              <a:t>&lt;</a:t>
            </a:r>
            <a:r>
              <a:rPr sz="1400" b="1" dirty="0" err="1"/>
              <a:t>stdio.h</a:t>
            </a:r>
            <a:r>
              <a:rPr sz="1400" b="1" dirty="0"/>
              <a:t>&gt;: </a:t>
            </a:r>
            <a:r>
              <a:rPr sz="1400" dirty="0"/>
              <a:t>I/O streams &amp; formatting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</a:t>
            </a:r>
            <a:r>
              <a:rPr sz="1400" b="1" dirty="0"/>
              <a:t>&lt;</a:t>
            </a:r>
            <a:r>
              <a:rPr sz="1400" b="1" dirty="0" err="1"/>
              <a:t>stdlib.h</a:t>
            </a:r>
            <a:r>
              <a:rPr sz="1400" b="1" dirty="0"/>
              <a:t>&gt;: </a:t>
            </a:r>
            <a:r>
              <a:rPr sz="1400" dirty="0"/>
              <a:t>Exit codes &amp; conversions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</a:t>
            </a:r>
            <a:r>
              <a:rPr sz="1400" b="1" dirty="0"/>
              <a:t>&lt;</a:t>
            </a:r>
            <a:r>
              <a:rPr sz="1400" b="1" dirty="0" err="1"/>
              <a:t>string.h</a:t>
            </a:r>
            <a:r>
              <a:rPr sz="1400" b="1" dirty="0"/>
              <a:t>&gt;: </a:t>
            </a:r>
            <a:r>
              <a:rPr sz="1400" dirty="0"/>
              <a:t>Prefix matching (</a:t>
            </a:r>
            <a:r>
              <a:rPr sz="1400" dirty="0" err="1"/>
              <a:t>strncmp</a:t>
            </a:r>
            <a:r>
              <a:rPr sz="1400" dirty="0"/>
              <a:t>)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</a:t>
            </a:r>
            <a:r>
              <a:rPr sz="1400" b="1" dirty="0"/>
              <a:t>&lt;</a:t>
            </a:r>
            <a:r>
              <a:rPr sz="1400" b="1" dirty="0" err="1"/>
              <a:t>unistd.h</a:t>
            </a:r>
            <a:r>
              <a:rPr sz="1400" b="1" dirty="0"/>
              <a:t>&gt;: </a:t>
            </a:r>
            <a:r>
              <a:rPr sz="1400" dirty="0"/>
              <a:t>POSIX </a:t>
            </a:r>
            <a:r>
              <a:rPr sz="1400" dirty="0" err="1"/>
              <a:t>getpid</a:t>
            </a:r>
            <a:r>
              <a:rPr sz="1400" dirty="0"/>
              <a:t>() system call</a:t>
            </a:r>
            <a:endParaRPr lang="en-US" sz="1400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</a:t>
            </a:r>
            <a:r>
              <a:rPr sz="1400" b="1" dirty="0"/>
              <a:t>&lt;sys/</a:t>
            </a:r>
            <a:r>
              <a:rPr sz="1400" b="1" dirty="0" err="1"/>
              <a:t>types.h</a:t>
            </a:r>
            <a:r>
              <a:rPr sz="1400" b="1" dirty="0"/>
              <a:t>&gt;: </a:t>
            </a:r>
            <a:r>
              <a:rPr sz="1400" dirty="0"/>
              <a:t>System data type (</a:t>
            </a:r>
            <a:r>
              <a:rPr sz="1400" dirty="0" err="1"/>
              <a:t>pid_t</a:t>
            </a:r>
            <a:r>
              <a:rPr sz="1400" dirty="0"/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38744" y="2159876"/>
            <a:ext cx="2944368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BBF24"/>
                </a:solidFill>
                <a:latin typeface="Arial"/>
              </a:defRPr>
            </a:pPr>
            <a:r>
              <a:rPr dirty="0"/>
              <a:t>System Calls &amp; C APIs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sz="1400" dirty="0"/>
              <a:t>• </a:t>
            </a:r>
            <a:r>
              <a:rPr sz="1400" b="1" dirty="0" err="1"/>
              <a:t>snprintf</a:t>
            </a:r>
            <a:r>
              <a:rPr sz="1400" b="1" dirty="0"/>
              <a:t>(): </a:t>
            </a:r>
            <a:r>
              <a:rPr sz="1400" dirty="0"/>
              <a:t>Safe path string formatting</a:t>
            </a:r>
            <a:br>
              <a:rPr sz="1400" dirty="0"/>
            </a:br>
            <a:r>
              <a:rPr sz="1400" dirty="0"/>
              <a:t>• </a:t>
            </a:r>
            <a:r>
              <a:rPr sz="1400" b="1" dirty="0" err="1"/>
              <a:t>fopen</a:t>
            </a:r>
            <a:r>
              <a:rPr sz="1400" b="1" dirty="0"/>
              <a:t>(): </a:t>
            </a:r>
            <a:r>
              <a:rPr sz="1400" dirty="0"/>
              <a:t>Open pseudo-file in read mode</a:t>
            </a:r>
            <a:br>
              <a:rPr sz="1400" dirty="0"/>
            </a:br>
            <a:r>
              <a:rPr sz="1400" dirty="0"/>
              <a:t>• </a:t>
            </a:r>
            <a:r>
              <a:rPr sz="1400" b="1" dirty="0" err="1"/>
              <a:t>fgets</a:t>
            </a:r>
            <a:r>
              <a:rPr sz="1400" b="1" dirty="0"/>
              <a:t>(): </a:t>
            </a:r>
            <a:r>
              <a:rPr sz="1400" dirty="0"/>
              <a:t>Safe line-by-line streaming</a:t>
            </a:r>
            <a:br>
              <a:rPr sz="1400" dirty="0"/>
            </a:br>
            <a:r>
              <a:rPr sz="1400" dirty="0"/>
              <a:t>• </a:t>
            </a:r>
            <a:r>
              <a:rPr sz="1400" b="1" dirty="0" err="1"/>
              <a:t>strncmp</a:t>
            </a:r>
            <a:r>
              <a:rPr sz="1400" b="1" dirty="0"/>
              <a:t>(): </a:t>
            </a:r>
            <a:r>
              <a:rPr sz="1400" dirty="0"/>
              <a:t>Extract target key headers</a:t>
            </a:r>
            <a:br>
              <a:rPr sz="1400" dirty="0"/>
            </a:br>
            <a:r>
              <a:rPr sz="1400" dirty="0"/>
              <a:t>• </a:t>
            </a:r>
            <a:r>
              <a:rPr sz="1400" b="1" dirty="0" err="1"/>
              <a:t>fclose</a:t>
            </a:r>
            <a:r>
              <a:rPr sz="1400" b="1" dirty="0"/>
              <a:t>(): </a:t>
            </a:r>
            <a:r>
              <a:rPr sz="1400" dirty="0"/>
              <a:t>Clean resource deallocation</a:t>
            </a:r>
            <a:br>
              <a:rPr sz="1400" dirty="0"/>
            </a:br>
            <a:r>
              <a:rPr sz="1400" dirty="0"/>
              <a:t>• </a:t>
            </a:r>
            <a:r>
              <a:rPr sz="1400" b="1" dirty="0" err="1"/>
              <a:t>getpid</a:t>
            </a:r>
            <a:r>
              <a:rPr sz="1400" b="1" dirty="0"/>
              <a:t>(): </a:t>
            </a:r>
            <a:r>
              <a:rPr sz="1400" dirty="0"/>
              <a:t>Query calling process's PID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Architecture &amp; Program Execution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3288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262352"/>
            <a:ext cx="2288522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/>
              <a:t>1. Format Target Path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Construct destination path using</a:t>
            </a:r>
            <a:endParaRPr lang="en-US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endParaRPr lang="en-US" b="1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rPr b="1" dirty="0" err="1"/>
              <a:t>snprintf</a:t>
            </a:r>
            <a:r>
              <a:rPr b="1" dirty="0"/>
              <a:t>():/</a:t>
            </a:r>
            <a:r>
              <a:rPr dirty="0"/>
              <a:t>proc/&lt;PID&gt;/status</a:t>
            </a:r>
            <a:endParaRPr lang="en-US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Prevents buffer overflows.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645920"/>
            <a:ext cx="253288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11880" y="2278118"/>
            <a:ext cx="2203704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4ADE80"/>
                </a:solidFill>
                <a:latin typeface="Arial"/>
              </a:defRPr>
            </a:pPr>
            <a:r>
              <a:rPr dirty="0"/>
              <a:t>2. Open File Stream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Invoke </a:t>
            </a:r>
            <a:r>
              <a:rPr b="1" dirty="0" err="1"/>
              <a:t>fopen</a:t>
            </a:r>
            <a:r>
              <a:rPr dirty="0"/>
              <a:t>(path, "r").</a:t>
            </a:r>
            <a:endParaRPr lang="en-US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Check for NULL pointer.</a:t>
            </a:r>
            <a:endParaRPr lang="en-US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Gracefully handle non-existent PIDs.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253288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2278118"/>
            <a:ext cx="2203704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BBF24"/>
                </a:solidFill>
                <a:latin typeface="Arial"/>
              </a:defRPr>
            </a:pPr>
            <a:r>
              <a:rPr dirty="0"/>
              <a:t>3. Parse Line-by-Line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Stream lines via </a:t>
            </a:r>
            <a:r>
              <a:rPr b="1" dirty="0" err="1"/>
              <a:t>fgets</a:t>
            </a:r>
            <a:r>
              <a:rPr b="1" dirty="0"/>
              <a:t>().</a:t>
            </a:r>
            <a:endParaRPr lang="en-US" b="1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Compare prefixes using </a:t>
            </a:r>
            <a:r>
              <a:rPr b="1" dirty="0" err="1"/>
              <a:t>strncmp</a:t>
            </a:r>
            <a:r>
              <a:rPr b="1" dirty="0"/>
              <a:t>():</a:t>
            </a:r>
            <a:endParaRPr lang="en-US" b="1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'Name:', 'State:', '</a:t>
            </a:r>
            <a:r>
              <a:rPr dirty="0" err="1"/>
              <a:t>PPid</a:t>
            </a:r>
            <a:r>
              <a:rPr dirty="0"/>
              <a:t>:', '</a:t>
            </a:r>
            <a:r>
              <a:rPr dirty="0" err="1"/>
              <a:t>VmRSS</a:t>
            </a:r>
            <a:r>
              <a:rPr dirty="0"/>
              <a:t>:'.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78824" y="1645920"/>
            <a:ext cx="2532888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3416" y="2230821"/>
            <a:ext cx="2203704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rPr dirty="0"/>
              <a:t>4. Output &amp; Cleanup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Print parsed process telemetry.</a:t>
            </a:r>
            <a:endParaRPr lang="en-US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Release file descriptor via </a:t>
            </a:r>
            <a:r>
              <a:rPr b="1" dirty="0" err="1"/>
              <a:t>fclose</a:t>
            </a:r>
            <a:r>
              <a:rPr b="1" dirty="0"/>
              <a:t>().</a:t>
            </a:r>
            <a:endParaRPr lang="en-US" b="1" dirty="0"/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br>
              <a:rPr dirty="0"/>
            </a:br>
            <a:r>
              <a:rPr dirty="0"/>
              <a:t>Ensure zero memory leaks.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0575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Target Metrics: Extracted Process Attributes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Name:  Process Executable Name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The binary/executable name running in memory (e.g., systemd, bash, inspector).   |   Example: systemd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ADE80"/>
                </a:solidFill>
                <a:latin typeface="Arial"/>
              </a:defRPr>
            </a:pPr>
            <a:r>
              <a:t>State:  Process Scheduling State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Single character state code: R (Running), S (Sleeping), D (Disk Sleep), Z (Zombie), T (Stopped).   |   Example: S (sleeping)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950208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Arial"/>
              </a:defRPr>
            </a:pPr>
            <a:r>
              <a:t>PPid:  Parent Process ID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The PID of the parent process that spawned this task, defining the OS process hierarchy tree.   |   Example: 0 / 1 / Shell PID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VmRSS:  Resident Set Size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Portion of virtual memory currently held in physical RAM (in kB), excluding swapped-out pages.   |   Example: 12480 kB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Complete C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32186"/>
            <a:ext cx="10728655" cy="552581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800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DE80"/>
                </a:solidFill>
                <a:latin typeface="Courier New"/>
              </a:defRPr>
            </a:pPr>
            <a:r>
              <a:rPr dirty="0"/>
              <a:t>#include &lt;</a:t>
            </a:r>
            <a:r>
              <a:rPr dirty="0" err="1"/>
              <a:t>stdio.h</a:t>
            </a:r>
            <a:r>
              <a:rPr dirty="0"/>
              <a:t>&gt;</a:t>
            </a:r>
            <a:br>
              <a:rPr dirty="0"/>
            </a:br>
            <a:r>
              <a:rPr dirty="0"/>
              <a:t>#include &lt;</a:t>
            </a:r>
            <a:r>
              <a:rPr dirty="0" err="1"/>
              <a:t>stdlib.h</a:t>
            </a:r>
            <a:r>
              <a:rPr dirty="0"/>
              <a:t>&gt;</a:t>
            </a:r>
            <a:br>
              <a:rPr dirty="0"/>
            </a:br>
            <a:r>
              <a:rPr dirty="0"/>
              <a:t>#include &lt;</a:t>
            </a:r>
            <a:r>
              <a:rPr dirty="0" err="1"/>
              <a:t>string.h</a:t>
            </a:r>
            <a:r>
              <a:rPr dirty="0"/>
              <a:t>&gt;</a:t>
            </a:r>
            <a:br>
              <a:rPr dirty="0"/>
            </a:br>
            <a:r>
              <a:rPr dirty="0"/>
              <a:t>#include &lt;</a:t>
            </a:r>
            <a:r>
              <a:rPr dirty="0" err="1"/>
              <a:t>unistd.h</a:t>
            </a:r>
            <a:r>
              <a:rPr dirty="0"/>
              <a:t>&gt;</a:t>
            </a:r>
            <a:br>
              <a:rPr dirty="0"/>
            </a:br>
            <a:r>
              <a:rPr dirty="0"/>
              <a:t>#include &lt;sys/</a:t>
            </a:r>
            <a:r>
              <a:rPr dirty="0" err="1"/>
              <a:t>types.h</a:t>
            </a:r>
            <a:r>
              <a:rPr dirty="0"/>
              <a:t>&gt;</a:t>
            </a:r>
            <a:br>
              <a:rPr dirty="0"/>
            </a:br>
            <a:br>
              <a:rPr dirty="0"/>
            </a:br>
            <a:r>
              <a:rPr dirty="0"/>
              <a:t>#define BUFFER_SIZE 256</a:t>
            </a:r>
            <a:br>
              <a:rPr dirty="0"/>
            </a:br>
            <a:br>
              <a:rPr dirty="0"/>
            </a:br>
            <a:r>
              <a:rPr dirty="0"/>
              <a:t>void </a:t>
            </a:r>
            <a:r>
              <a:rPr dirty="0" err="1"/>
              <a:t>inspect_process</a:t>
            </a:r>
            <a:r>
              <a:rPr dirty="0"/>
              <a:t>(</a:t>
            </a:r>
            <a:r>
              <a:rPr dirty="0" err="1"/>
              <a:t>pid_t</a:t>
            </a:r>
            <a:r>
              <a:rPr dirty="0"/>
              <a:t> </a:t>
            </a:r>
            <a:r>
              <a:rPr dirty="0" err="1"/>
              <a:t>pid</a:t>
            </a:r>
            <a:r>
              <a:rPr dirty="0"/>
              <a:t>) {</a:t>
            </a:r>
            <a:br>
              <a:rPr dirty="0"/>
            </a:br>
            <a:r>
              <a:rPr dirty="0"/>
              <a:t>    char path[BUFFER_SIZE], line[BUFFER_SIZE];</a:t>
            </a:r>
            <a:br>
              <a:rPr dirty="0"/>
            </a:br>
            <a:r>
              <a:rPr dirty="0"/>
              <a:t>    </a:t>
            </a:r>
            <a:r>
              <a:rPr dirty="0" err="1"/>
              <a:t>snprintf</a:t>
            </a:r>
            <a:r>
              <a:rPr dirty="0"/>
              <a:t>(path, </a:t>
            </a:r>
            <a:r>
              <a:rPr dirty="0" err="1"/>
              <a:t>sizeof</a:t>
            </a:r>
            <a:r>
              <a:rPr dirty="0"/>
              <a:t>(path), "/proc/%d/status", </a:t>
            </a:r>
            <a:r>
              <a:rPr dirty="0" err="1"/>
              <a:t>pid</a:t>
            </a:r>
            <a:r>
              <a:rPr dirty="0"/>
              <a:t>);</a:t>
            </a:r>
            <a:br>
              <a:rPr dirty="0"/>
            </a:br>
            <a:br>
              <a:rPr dirty="0"/>
            </a:br>
            <a:r>
              <a:rPr dirty="0"/>
              <a:t>    FILE *</a:t>
            </a:r>
            <a:r>
              <a:rPr dirty="0" err="1"/>
              <a:t>fp</a:t>
            </a:r>
            <a:r>
              <a:rPr dirty="0"/>
              <a:t> = </a:t>
            </a:r>
            <a:r>
              <a:rPr dirty="0" err="1"/>
              <a:t>fopen</a:t>
            </a:r>
            <a:r>
              <a:rPr dirty="0"/>
              <a:t>(path, "r");</a:t>
            </a:r>
            <a:br>
              <a:rPr dirty="0"/>
            </a:br>
            <a:r>
              <a:rPr dirty="0"/>
              <a:t>    if (</a:t>
            </a:r>
            <a:r>
              <a:rPr dirty="0" err="1"/>
              <a:t>fp</a:t>
            </a:r>
            <a:r>
              <a:rPr dirty="0"/>
              <a:t> == NULL)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fprintf</a:t>
            </a:r>
            <a:r>
              <a:rPr dirty="0"/>
              <a:t>(stderr, "Failed to open %s</a:t>
            </a:r>
            <a:br>
              <a:rPr dirty="0"/>
            </a:br>
            <a:r>
              <a:rPr dirty="0"/>
              <a:t>", path);</a:t>
            </a:r>
            <a:br>
              <a:rPr dirty="0"/>
            </a:br>
            <a:r>
              <a:rPr dirty="0"/>
              <a:t>        return;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printf</a:t>
            </a:r>
            <a:r>
              <a:rPr dirty="0"/>
              <a:t>("--- Process Info for PID: %d ---\n", </a:t>
            </a:r>
            <a:r>
              <a:rPr dirty="0" err="1"/>
              <a:t>pid</a:t>
            </a:r>
            <a:r>
              <a:rPr dirty="0"/>
              <a:t>);</a:t>
            </a:r>
            <a:br>
              <a:rPr dirty="0"/>
            </a:br>
            <a:r>
              <a:rPr dirty="0"/>
              <a:t>    while (</a:t>
            </a:r>
            <a:r>
              <a:rPr dirty="0" err="1"/>
              <a:t>fgets</a:t>
            </a:r>
            <a:r>
              <a:rPr dirty="0"/>
              <a:t>(line, </a:t>
            </a:r>
            <a:r>
              <a:rPr dirty="0" err="1"/>
              <a:t>sizeof</a:t>
            </a:r>
            <a:r>
              <a:rPr dirty="0"/>
              <a:t>(line), </a:t>
            </a:r>
            <a:r>
              <a:rPr dirty="0" err="1"/>
              <a:t>fp</a:t>
            </a:r>
            <a:r>
              <a:rPr dirty="0"/>
              <a:t>) != NULL) {</a:t>
            </a:r>
            <a:br>
              <a:rPr dirty="0"/>
            </a:br>
            <a:r>
              <a:rPr dirty="0"/>
              <a:t>        if (</a:t>
            </a:r>
            <a:r>
              <a:rPr dirty="0" err="1"/>
              <a:t>strncmp</a:t>
            </a:r>
            <a:r>
              <a:rPr dirty="0"/>
              <a:t>(line, "Name:", 5) == 0 ||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strncmp</a:t>
            </a:r>
            <a:r>
              <a:rPr dirty="0"/>
              <a:t>(line, "State:", 6) == 0 ||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strncmp</a:t>
            </a:r>
            <a:r>
              <a:rPr dirty="0"/>
              <a:t>(line, "</a:t>
            </a:r>
            <a:r>
              <a:rPr dirty="0" err="1"/>
              <a:t>PPid</a:t>
            </a:r>
            <a:r>
              <a:rPr dirty="0"/>
              <a:t>:", 5) == 0 ||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strncmp</a:t>
            </a:r>
            <a:r>
              <a:rPr dirty="0"/>
              <a:t>(line, "</a:t>
            </a:r>
            <a:r>
              <a:rPr dirty="0" err="1"/>
              <a:t>VmRSS</a:t>
            </a:r>
            <a:r>
              <a:rPr dirty="0"/>
              <a:t>:", 6) == 0) {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printf</a:t>
            </a:r>
            <a:r>
              <a:rPr dirty="0"/>
              <a:t>("%s", line);</a:t>
            </a:r>
            <a:br>
              <a:rPr dirty="0"/>
            </a:br>
            <a:r>
              <a:rPr dirty="0"/>
              <a:t>        }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r>
              <a:rPr dirty="0"/>
              <a:t>    </a:t>
            </a:r>
            <a:r>
              <a:rPr dirty="0" err="1"/>
              <a:t>fclose</a:t>
            </a:r>
            <a:r>
              <a:rPr dirty="0"/>
              <a:t>(</a:t>
            </a:r>
            <a:r>
              <a:rPr dirty="0" err="1"/>
              <a:t>fp</a:t>
            </a:r>
            <a:r>
              <a:rPr dirty="0"/>
              <a:t>);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OPERATING SYSTEMS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Sample Test Cases &amp;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358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Test Case 1: System Init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Input PID: 1</a:t>
            </a:r>
          </a:p>
          <a:p>
            <a:pPr>
              <a:spcAft>
                <a:spcPts val="1200"/>
              </a:spcAft>
              <a:defRPr sz="1100">
                <a:solidFill>
                  <a:srgbClr val="FBBF24"/>
                </a:solidFill>
                <a:latin typeface="Courier New"/>
              </a:defRPr>
            </a:pPr>
            <a:r>
              <a:t>Expected Output:</a:t>
            </a:r>
            <a:br/>
            <a:r>
              <a:t>Name:	systemd (or init)</a:t>
            </a:r>
            <a:br/>
            <a:r>
              <a:t>State:	S (sleeping)</a:t>
            </a:r>
            <a:br/>
            <a:r>
              <a:t>PPid:	0</a:t>
            </a:r>
            <a:br/>
            <a:r>
              <a:t>VmRSS:	12480 kB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Note: Validates inspection of system root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358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Test Case 2: Self Inspection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Input PID: getpid()</a:t>
            </a:r>
          </a:p>
          <a:p>
            <a:pPr>
              <a:spcAft>
                <a:spcPts val="1200"/>
              </a:spcAft>
              <a:defRPr sz="1100">
                <a:solidFill>
                  <a:srgbClr val="FBBF24"/>
                </a:solidFill>
                <a:latin typeface="Courier New"/>
              </a:defRPr>
            </a:pPr>
            <a:r>
              <a:t>Expected Output:</a:t>
            </a:r>
            <a:br/>
            <a:r>
              <a:t>Name:	inspector</a:t>
            </a:r>
            <a:br/>
            <a:r>
              <a:t>State:	R (running)</a:t>
            </a:r>
            <a:br/>
            <a:r>
              <a:t>PPid:	2841 (Shell)</a:t>
            </a:r>
            <a:br/>
            <a:r>
              <a:t>VmRSS:	1280 kB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Note: Queries calling program's active memory &amp; PID.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401568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45920"/>
            <a:ext cx="303580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87171"/>
                </a:solidFill>
                <a:latin typeface="Arial"/>
              </a:defRPr>
            </a:pPr>
            <a:r>
              <a:t>Test Case 3: Invalid Process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Input PID: 999999</a:t>
            </a:r>
          </a:p>
          <a:p>
            <a:pPr>
              <a:spcAft>
                <a:spcPts val="1200"/>
              </a:spcAft>
              <a:defRPr sz="1100">
                <a:solidFill>
                  <a:srgbClr val="FBBF24"/>
                </a:solidFill>
                <a:latin typeface="Courier New"/>
              </a:defRPr>
            </a:pPr>
            <a:r>
              <a:t>Expected Output:</a:t>
            </a:r>
            <a:br/>
            <a:r>
              <a:t>Failed to open /proc/999999/status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Note: Tests graceful error handling for missing PIDs.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Verification with Standard Linux CLI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Direct Pseudo-File Inspection via cat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Command:</a:t>
            </a:r>
            <a:br/>
            <a:r>
              <a:t>cat /proc/1/status | grep -E '^(Name|State|PPid|VmRSS):'</a:t>
            </a:r>
            <a:br/>
            <a:br/>
            <a:r>
              <a:t>Purpose:</a:t>
            </a:r>
            <a:br/>
            <a:r>
              <a:t>Directly dumps raw ASCII kernel lines from the target pseudo-file to compare exact string formatting and field positions.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1072865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DE80"/>
                </a:solidFill>
                <a:latin typeface="Arial"/>
              </a:defRPr>
            </a:pPr>
            <a:r>
              <a:t>Process Table Verification via ps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Command:</a:t>
            </a:r>
            <a:br/>
            <a:r>
              <a:t>ps -p 1 -o pid,ppid,state,rss,comm</a:t>
            </a:r>
            <a:br/>
            <a:br/>
            <a:r>
              <a:t>Purpose:</a:t>
            </a:r>
            <a:br/>
            <a:r>
              <a:t>Cross-verifies that our C parsing logic matches the official Linux process monitoring utility (ps) for PID, Parent PID, execution state, and memory RSS.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rPr dirty="0"/>
              <a:t>OPERATING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68436"/>
            <a:ext cx="9997135" cy="321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Core Insight: 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Demonstrated that Linux process states and hardware memory allocations are seamlessly accessible via standard POSIX file I/O operations without complex kernel extensions.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spcBef>
                <a:spcPts val="1200"/>
              </a:spcBef>
              <a:defRPr sz="1400" b="1">
                <a:solidFill>
                  <a:srgbClr val="4ADE80"/>
                </a:solidFill>
                <a:latin typeface="Arial"/>
              </a:defRPr>
            </a:pPr>
            <a:r>
              <a:rPr dirty="0"/>
              <a:t>• Lightweight Architecture: 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Constructed a high-performance, standalone inspector in standard C with zero external runtime dependencies.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spcBef>
                <a:spcPts val="1200"/>
              </a:spcBef>
              <a:defRPr sz="1400" b="1">
                <a:solidFill>
                  <a:srgbClr val="FBBF24"/>
                </a:solidFill>
                <a:latin typeface="Arial"/>
              </a:defRPr>
            </a:pPr>
            <a:r>
              <a:rPr dirty="0"/>
              <a:t>• Reliability &amp; Safety: 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Implemented robust input validation, buffer overflow prevention with </a:t>
            </a:r>
            <a:r>
              <a:rPr dirty="0" err="1"/>
              <a:t>snprintf</a:t>
            </a:r>
            <a:r>
              <a:rPr dirty="0"/>
              <a:t>(), and graceful non-existent process exception handling.</a:t>
            </a:r>
            <a:endParaRPr lang="en-US" dirty="0"/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endParaRPr dirty="0"/>
          </a:p>
          <a:p>
            <a:pPr>
              <a:spcBef>
                <a:spcPts val="1200"/>
              </a:spcBef>
              <a:defRPr sz="1400" b="1">
                <a:solidFill>
                  <a:srgbClr val="38BDF8"/>
                </a:solidFill>
                <a:latin typeface="Arial"/>
              </a:defRPr>
            </a:pPr>
            <a:r>
              <a:rPr dirty="0"/>
              <a:t>• Real-World Foundation: 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rPr dirty="0"/>
              <a:t>Forms the fundamental architecture behind industry-standard system monitoring daemons such as </a:t>
            </a:r>
            <a:r>
              <a:rPr dirty="0" err="1"/>
              <a:t>htop</a:t>
            </a:r>
            <a:r>
              <a:rPr dirty="0"/>
              <a:t>, top, and Prometheus </a:t>
            </a:r>
            <a:r>
              <a:rPr dirty="0" err="1"/>
              <a:t>node_exporter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1318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GOPARAJU AKSHITH</cp:lastModifiedBy>
  <cp:revision>8</cp:revision>
  <dcterms:created xsi:type="dcterms:W3CDTF">2013-01-27T09:14:16Z</dcterms:created>
  <dcterms:modified xsi:type="dcterms:W3CDTF">2026-08-16T07:54:08Z</dcterms:modified>
  <cp:category/>
</cp:coreProperties>
</file>