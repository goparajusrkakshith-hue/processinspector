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PROCESS CPU &amp;
MEMORY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6032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DDEEE"/>
                </a:solidFill>
                <a:latin typeface="Aptos"/>
              </a:rPr>
              <a:t>Review Presentation • Implementation, Workflow, Validation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2788920" cy="365760"/>
          </a:xfrm>
          <a:prstGeom prst="round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328416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LINUX /proc PSEUDO-FILESYSTEM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704088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0">
                <a:solidFill>
                  <a:srgbClr val="FFFFFF"/>
                </a:solidFill>
                <a:latin typeface="Aptos"/>
              </a:rPr>
              <a:t>Review 4</a:t>
            </a:r>
            <a:endParaRPr lang="en-US" sz="1800" b="0" dirty="0">
              <a:solidFill>
                <a:srgbClr val="FFFFFF"/>
              </a:solidFill>
              <a:latin typeface="Aptos"/>
            </a:endParaRPr>
          </a:p>
          <a:p>
            <a:pPr algn="l"/>
            <a:endParaRPr lang="en-IN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0" dirty="0">
                <a:solidFill>
                  <a:srgbClr val="FFFFFF"/>
                </a:solidFill>
                <a:latin typeface="Aptos"/>
              </a:rPr>
              <a:t>Inspecting kernel states, process trees and physical RAM allocation
through standard POSIX file interfaces.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546129"/>
            <a:ext cx="2743200" cy="2935539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1562" y="2632840"/>
            <a:ext cx="79246" cy="2762119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46820" y="2961200"/>
            <a:ext cx="2423160" cy="14619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263238"/>
                </a:solidFill>
                <a:latin typeface="Aptos"/>
              </a:rPr>
              <a:t>
</a:t>
            </a:r>
            <a:r>
              <a:rPr sz="1600" b="0" dirty="0">
                <a:solidFill>
                  <a:srgbClr val="263238"/>
                </a:solidFill>
                <a:latin typeface="Aptos"/>
              </a:rPr>
              <a:t>Hemanth  • 2510030326
Yeshwanth • 510030357
Akshith • 2510030365
Parimal • 2510030368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4CDE1"/>
                </a:solidFill>
                <a:latin typeface="Aptos"/>
              </a:rPr>
              <a:t>Evaluation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64008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8"/>
                </a:solidFill>
                <a:latin typeface="Aptos"/>
              </a:rPr>
              <a:t>Moving from raw kernel-exposed data to a lightweight diagnostic utility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7451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31546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Problem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315467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Process state and memory information is available inside Linux, but raw /proc data is difficult to interpret manually.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1874519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563624"/>
            <a:ext cx="31546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47672"/>
            <a:ext cx="315467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A pure-C inspector reads /proc/&lt;PID&gt;/status, extracts selected fields and presents a structured process report.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4008" cy="187451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563624"/>
            <a:ext cx="31546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Core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47672"/>
            <a:ext cx="315467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The /proc pseudo-filesystem acts as a kernel-to-user interface without requiring a custom kernel driver.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4903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F34"/>
                </a:solidFill>
                <a:latin typeface="Aptos"/>
              </a:rPr>
              <a:t>Review focus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24528"/>
            <a:ext cx="2331720" cy="3657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261104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224528"/>
            <a:ext cx="2331720" cy="365760"/>
          </a:xfrm>
          <a:prstGeom prst="round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4261104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Execution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224528"/>
            <a:ext cx="233172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4261104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Verification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4224528"/>
            <a:ext cx="233172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59" y="4261104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Future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The original objectives cover dynamic /proc paths, safe pseudo-file reading, telemetry parsing and structured process reports.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8"/>
                </a:solidFill>
                <a:latin typeface="Aptos"/>
              </a:rPr>
              <a:t>Operating Systems &amp; Kernel Programming  |  Process CPU &amp; Memory Inspector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2.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64008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8"/>
                </a:solidFill>
                <a:latin typeface="Aptos"/>
              </a:rPr>
              <a:t>Kernel → /proc → C inspector → parsed metrics →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29384"/>
            <a:ext cx="177393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Linux 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74519"/>
            <a:ext cx="210312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4952" y="1929384"/>
            <a:ext cx="195681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/proc Pseudo-FS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874519"/>
            <a:ext cx="19202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05272" y="1929384"/>
            <a:ext cx="177393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C Inspector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874519"/>
            <a:ext cx="201168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2712" y="1929384"/>
            <a:ext cx="186537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Parsed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1874519"/>
            <a:ext cx="123444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2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05872" y="1929384"/>
            <a:ext cx="108813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Terminal Report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2286000"/>
            <a:ext cx="411480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74920" y="2286000"/>
            <a:ext cx="457200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2286000"/>
            <a:ext cx="457200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21240" y="2286000"/>
            <a:ext cx="411480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2461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Selected telemetry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64008" cy="12344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849624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33672"/>
            <a:ext cx="2103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238"/>
                </a:solidFill>
                <a:latin typeface="Aptos"/>
              </a:rPr>
              <a:t>Executable name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703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29000" y="3703320"/>
            <a:ext cx="64008" cy="1234440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11880" y="3849624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4233672"/>
            <a:ext cx="2103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238"/>
                </a:solidFill>
                <a:latin typeface="Aptos"/>
              </a:rPr>
              <a:t>R / S / D / Z / 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703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703320"/>
            <a:ext cx="64008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3849624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PPid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33672"/>
            <a:ext cx="2103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238"/>
                </a:solidFill>
                <a:latin typeface="Aptos"/>
              </a:rPr>
              <a:t>Parent process 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3703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15400" y="3703320"/>
            <a:ext cx="64008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3849624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VmRSS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33672"/>
            <a:ext cx="2103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238"/>
                </a:solidFill>
                <a:latin typeface="Aptos"/>
              </a:rPr>
              <a:t>Resident RAM in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238"/>
                </a:solidFill>
                <a:latin typeface="Aptos"/>
              </a:rPr>
              <a:t>The source identifies /proc/&lt;PID&gt;/status as the target and Name, State, PPid and VmRSS as the extracted attributes.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8"/>
                </a:solidFill>
                <a:latin typeface="Aptos"/>
              </a:rPr>
              <a:t>Operating Systems &amp; Kernel Programming  |  Process CPU &amp; Memory Inspector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3. 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64008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8"/>
                </a:solidFill>
                <a:latin typeface="Aptos"/>
              </a:rPr>
              <a:t>How a PID becomes a validated process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0432" y="1417320"/>
            <a:ext cx="640080" cy="548640"/>
          </a:xfrm>
          <a:prstGeom prst="roundRect">
            <a:avLst/>
          </a:prstGeom>
          <a:solidFill>
            <a:srgbClr val="2EA699"/>
          </a:solidFill>
          <a:ln w="17780">
            <a:solidFill>
              <a:srgbClr val="2E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3584" y="1472184"/>
            <a:ext cx="49377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Input PID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42032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User supplies target PID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1691640"/>
            <a:ext cx="109728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90672" y="1417320"/>
            <a:ext cx="640080" cy="548640"/>
          </a:xfrm>
          <a:prstGeom prst="roundRect">
            <a:avLst/>
          </a:prstGeom>
          <a:solidFill>
            <a:srgbClr val="2EA699"/>
          </a:solidFill>
          <a:ln w="17780">
            <a:solidFill>
              <a:srgbClr val="2E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63824" y="1472184"/>
            <a:ext cx="49377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48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Build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542032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snprintf()
/proc/&lt;PID&gt;/status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1691640"/>
            <a:ext cx="109728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10912" y="1417320"/>
            <a:ext cx="640080" cy="548640"/>
          </a:xfrm>
          <a:prstGeom prst="roundRect">
            <a:avLst/>
          </a:prstGeom>
          <a:solidFill>
            <a:srgbClr val="2EA699"/>
          </a:solidFill>
          <a:ln w="17780">
            <a:solidFill>
              <a:srgbClr val="2E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4064" y="1472184"/>
            <a:ext cx="49377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42032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fopen(path,"r")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0" y="1691640"/>
            <a:ext cx="109728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31152" y="1417320"/>
            <a:ext cx="640080" cy="548640"/>
          </a:xfrm>
          <a:prstGeom prst="roundRect">
            <a:avLst/>
          </a:prstGeom>
          <a:solidFill>
            <a:srgbClr val="2EA699"/>
          </a:solidFill>
          <a:ln w="17780">
            <a:solidFill>
              <a:srgbClr val="2E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04304" y="1472184"/>
            <a:ext cx="49377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48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42032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fgets() + strncmp()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38160" y="1691640"/>
            <a:ext cx="109728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851392" y="1417320"/>
            <a:ext cx="640080" cy="548640"/>
          </a:xfrm>
          <a:prstGeom prst="roundRect">
            <a:avLst/>
          </a:prstGeom>
          <a:solidFill>
            <a:srgbClr val="2EA699"/>
          </a:solidFill>
          <a:ln w="17780">
            <a:solidFill>
              <a:srgbClr val="2E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24544" y="1472184"/>
            <a:ext cx="49377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48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Display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42032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Name • State • PPid • VmRSS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58400" y="1691640"/>
            <a:ext cx="109728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771632" y="1417320"/>
            <a:ext cx="640080" cy="548640"/>
          </a:xfrm>
          <a:prstGeom prst="roundRect">
            <a:avLst/>
          </a:prstGeom>
          <a:solidFill>
            <a:srgbClr val="2EA699"/>
          </a:solidFill>
          <a:ln w="17780">
            <a:solidFill>
              <a:srgbClr val="2E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44784" y="1472184"/>
            <a:ext cx="49377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148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Cleanup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542032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fclose()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977639"/>
            <a:ext cx="10287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" y="3977639"/>
            <a:ext cx="64008" cy="1325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4123944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Error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507992"/>
            <a:ext cx="9966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If fopen() returns NULL, the program reports failure to open the target pseudo-file and returns gracefully instead of crashing.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692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238"/>
                </a:solidFill>
                <a:latin typeface="Aptos"/>
              </a:rPr>
              <a:t>Implementation sequence: path construction → fopen() → line-by-line parsing → output → fclose().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8"/>
                </a:solidFill>
                <a:latin typeface="Aptos"/>
              </a:rPr>
              <a:t>Operating Systems &amp; Kernel Programming  |  Process CPU &amp; Memory Inspector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4. Program Logic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64008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8"/>
                </a:solidFill>
                <a:latin typeface="Aptos"/>
              </a:rPr>
              <a:t>Decision point ensures invalid processes are handled safely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097280"/>
            <a:ext cx="1920240" cy="502920"/>
          </a:xfrm>
          <a:prstGeom prst="roundRect">
            <a:avLst/>
          </a:prstGeom>
          <a:solidFill>
            <a:srgbClr val="121F34"/>
          </a:solidFill>
          <a:ln w="17780">
            <a:solidFill>
              <a:srgbClr val="12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93792" y="1152144"/>
            <a:ext cx="17739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Aptos"/>
              </a:rPr>
              <a:t>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600200"/>
            <a:ext cx="0" cy="36576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1965960"/>
            <a:ext cx="30175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2020824"/>
            <a:ext cx="2871215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Read / receive PID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560320"/>
            <a:ext cx="0" cy="36576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51960" y="2926080"/>
            <a:ext cx="365760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2980944"/>
            <a:ext cx="351129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F34"/>
                </a:solidFill>
                <a:latin typeface="Aptos"/>
              </a:rPr>
              <a:t>Build /proc/&lt;PID&gt;/status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520440"/>
            <a:ext cx="0" cy="32004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4800600" y="3840480"/>
            <a:ext cx="2560320" cy="1051560"/>
          </a:xfrm>
          <a:prstGeom prst="diamond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409651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1F34"/>
                </a:solidFill>
                <a:latin typeface="Aptos"/>
              </a:rPr>
              <a:t>fopen()
success?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4370832"/>
            <a:ext cx="128016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35240" y="4114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ptos"/>
              </a:rPr>
              <a:t>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005072"/>
            <a:ext cx="25603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4059935"/>
            <a:ext cx="2414015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21F34"/>
                </a:solidFill>
                <a:latin typeface="Aptos"/>
              </a:rPr>
              <a:t>Read lines with fgets()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21240" y="4690872"/>
            <a:ext cx="0" cy="384048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03920" y="5074920"/>
            <a:ext cx="2834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77072" y="5129783"/>
            <a:ext cx="268833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21F34"/>
                </a:solidFill>
                <a:latin typeface="Aptos"/>
              </a:rPr>
              <a:t>Match Name / State /
PPid / VmRSS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880360" y="4370832"/>
            <a:ext cx="1920240" cy="0"/>
          </a:xfrm>
          <a:prstGeom prst="line">
            <a:avLst/>
          </a:prstGeom>
          <a:ln w="254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03320" y="4114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C62828"/>
                </a:solidFill>
                <a:latin typeface="Aptos"/>
              </a:rPr>
              <a:t>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05072"/>
            <a:ext cx="228600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1" y="4059935"/>
            <a:ext cx="213969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21F34"/>
                </a:solidFill>
                <a:latin typeface="Aptos"/>
              </a:rPr>
              <a:t>Print error &amp; return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80" y="4690872"/>
            <a:ext cx="0" cy="795528"/>
          </a:xfrm>
          <a:prstGeom prst="line">
            <a:avLst/>
          </a:prstGeom>
          <a:ln w="254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55321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C62828"/>
                </a:solidFill>
                <a:latin typeface="Aptos"/>
              </a:rPr>
              <a:t>Graceful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989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Aptos"/>
              </a:rPr>
              <a:t>Close file → 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8"/>
                </a:solidFill>
                <a:latin typeface="Aptos"/>
              </a:rPr>
              <a:t>Operating Systems &amp; Kernel Programming  |  Process CPU &amp; Memory Inspector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5. Implementation &amp; Key APIs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64008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8"/>
                </a:solidFill>
                <a:latin typeface="Aptos"/>
              </a:rPr>
              <a:t>Standard C / POSIX interfaces keep the inspector lightweight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6400800" cy="448056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58978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 err="1">
                <a:solidFill>
                  <a:srgbClr val="FFFFFF"/>
                </a:solidFill>
                <a:latin typeface="Consolas"/>
              </a:rPr>
              <a:t>snprintf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(path, 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sizeof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(path),
         "/proc/%d/status", 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pid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);
FILE *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fp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 = 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fopen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(path, "r");
while (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fgets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(line, 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sizeof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(line), 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fp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)) {
    if (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strncmp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(line,"Name:",5)==0 ||
        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strncmp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(line,"State:",6)==0 ||
        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strncmp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(line,"PPid:",5)==0 ||
        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strncmp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(line,"VmRSS:",6)==0)
        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printf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("%s", line);
}
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fclose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(</a:t>
            </a:r>
            <a:r>
              <a:rPr sz="1350" b="0" dirty="0" err="1">
                <a:solidFill>
                  <a:srgbClr val="FFFFFF"/>
                </a:solidFill>
                <a:latin typeface="Consolas"/>
              </a:rPr>
              <a:t>fp</a:t>
            </a:r>
            <a:r>
              <a:rPr sz="1350" b="0" dirty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325880"/>
            <a:ext cx="4114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325880"/>
            <a:ext cx="64008" cy="960120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472184"/>
            <a:ext cx="3794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snprintf()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856231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238"/>
                </a:solidFill>
                <a:latin typeface="Aptos"/>
              </a:rPr>
              <a:t>Safely formats the dynamic /proc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468880"/>
            <a:ext cx="4114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2468880"/>
            <a:ext cx="64008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2615184"/>
            <a:ext cx="3794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fopen() + fgets()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999232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238"/>
                </a:solidFill>
                <a:latin typeface="Aptos"/>
              </a:rPr>
              <a:t>Opens and streams the pseudo-file line by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611880"/>
            <a:ext cx="4114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60920" y="3611880"/>
            <a:ext cx="64008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3758184"/>
            <a:ext cx="37947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>
                <a:solidFill>
                  <a:srgbClr val="121F34"/>
                </a:solidFill>
                <a:latin typeface="Aptos"/>
              </a:rPr>
              <a:t>str</a:t>
            </a:r>
            <a:r>
              <a:rPr lang="en-US" sz="1500" b="1" dirty="0" err="1">
                <a:solidFill>
                  <a:srgbClr val="121F34"/>
                </a:solidFill>
                <a:latin typeface="Aptos"/>
              </a:rPr>
              <a:t>tol</a:t>
            </a:r>
            <a:r>
              <a:rPr sz="1500" b="1" dirty="0">
                <a:solidFill>
                  <a:srgbClr val="121F34"/>
                </a:solidFill>
                <a:latin typeface="Aptos"/>
              </a:rPr>
              <a:t>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142232"/>
            <a:ext cx="3794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converts the user's input from text to a number</a:t>
            </a:r>
            <a:endParaRPr sz="1200" b="0" dirty="0">
              <a:solidFill>
                <a:srgbClr val="26323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60920" y="4754880"/>
            <a:ext cx="4114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60920" y="4754880"/>
            <a:ext cx="64008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4901184"/>
            <a:ext cx="3794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fclose()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285232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238"/>
                </a:solidFill>
                <a:latin typeface="Aptos"/>
              </a:rPr>
              <a:t>Releases the file stream cleanly.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8"/>
                </a:solidFill>
                <a:latin typeface="Aptos"/>
              </a:rPr>
              <a:t>Operating Systems &amp; Kernel Programming  |  Process CPU &amp; Memory Inspector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6. Testing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64008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8"/>
                </a:solidFill>
                <a:latin typeface="Aptos"/>
              </a:rPr>
              <a:t>Valid, self, and invalid process paths + CLI cross-check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400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6080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Valid PID: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56231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238"/>
                </a:solidFill>
                <a:latin typeface="Aptos"/>
              </a:rPr>
              <a:t>Reads system init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0320"/>
            <a:ext cx="6400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560320"/>
            <a:ext cx="64008" cy="960120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06624"/>
            <a:ext cx="6080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Self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90672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238"/>
                </a:solidFill>
                <a:latin typeface="Aptos"/>
              </a:rPr>
              <a:t>Uses getpid() to inspect the running program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6400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64008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941064"/>
            <a:ext cx="6080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Invalid PID: 999999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25112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238"/>
                </a:solidFill>
                <a:latin typeface="Aptos"/>
              </a:rPr>
              <a:t>Open fails and error is handled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Cross-check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983480"/>
            <a:ext cx="19659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5157531"/>
            <a:ext cx="18196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21F34"/>
                </a:solidFill>
                <a:latin typeface="Aptos"/>
              </a:rPr>
              <a:t>C Inspector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77639" y="5303520"/>
            <a:ext cx="640081" cy="0"/>
          </a:xfrm>
          <a:prstGeom prst="line">
            <a:avLst/>
          </a:prstGeom>
          <a:ln w="25400">
            <a:solidFill>
              <a:srgbClr val="5F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17720" y="4983480"/>
            <a:ext cx="20116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2584" y="5148072"/>
            <a:ext cx="186537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/proc/1/status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9400" y="5303520"/>
            <a:ext cx="640080" cy="0"/>
          </a:xfrm>
          <a:prstGeom prst="line">
            <a:avLst/>
          </a:prstGeom>
          <a:ln w="25400">
            <a:solidFill>
              <a:srgbClr val="5F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69480" y="4983480"/>
            <a:ext cx="17373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24344" y="5116069"/>
            <a:ext cx="15910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cat + 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029200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8"/>
                </a:solidFill>
                <a:latin typeface="Aptos"/>
              </a:rPr>
              <a:t>Expected: matching PID, parent, state and RSS values.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8"/>
                </a:solidFill>
                <a:latin typeface="Aptos"/>
              </a:rPr>
              <a:t>The source includes system-init, self-inspection and invalid-PID test cases, followed by verification using cat and 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8"/>
                </a:solidFill>
                <a:latin typeface="Aptos"/>
              </a:rPr>
              <a:t>Operating Systems &amp; Kernel Programming  |  Process CPU &amp; Memory Inspector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7. Current Status → Next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64008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8"/>
                </a:solidFill>
                <a:latin typeface="Aptos"/>
              </a:rPr>
              <a:t>What is established now, and what the next review can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6CB0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✓ Dynamic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23444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/proc/&lt;PID&gt;/status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EA699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✓ Safe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1031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fopen + fgets + fclose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✓ Targeted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97180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Name, State, PPid, VmRSS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7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79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✓ Error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840479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Invalid / missing PID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6CB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7091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✓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70916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cat + ps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F34"/>
                </a:solidFill>
                <a:latin typeface="Aptos"/>
              </a:rPr>
              <a:t>Implementation maturity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5550408"/>
            <a:ext cx="1828800" cy="3657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0" y="558698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Core parser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5550408"/>
            <a:ext cx="18288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558698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Error handling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550408"/>
            <a:ext cx="1828800" cy="365760"/>
          </a:xfrm>
          <a:prstGeom prst="round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558698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5550408"/>
            <a:ext cx="214884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558698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Advanced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8"/>
                </a:solidFill>
                <a:latin typeface="Aptos"/>
              </a:rPr>
              <a:t>Operating Systems &amp; Kernel Programming  |  Process CPU &amp; Memory Inspector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8. Future Scope &amp; Enhancement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914400" cy="64008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C78"/>
                </a:solidFill>
                <a:latin typeface="Aptos"/>
              </a:rPr>
              <a:t>Extend the single-PID utility into a practical monitoring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874519" cy="3657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62456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More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VmSize, VmPeak, threads, open files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1508760"/>
            <a:ext cx="41148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1325880"/>
            <a:ext cx="1874519" cy="365760"/>
          </a:xfrm>
          <a:prstGeom prst="round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362456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2024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Process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7744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Parent → child hierarchy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9160" y="1508760"/>
            <a:ext cx="411480" cy="0"/>
          </a:xfrm>
          <a:prstGeom prst="line">
            <a:avLst/>
          </a:prstGeom>
          <a:ln w="25400">
            <a:solidFill>
              <a:srgbClr val="2E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1325880"/>
            <a:ext cx="1874519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362456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92024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Live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7744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Periodic CPU/RAM sampling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59" y="1508760"/>
            <a:ext cx="411481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1325880"/>
            <a:ext cx="1874519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1362456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92024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37744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Terminal/web charts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81159" y="1508760"/>
            <a:ext cx="411481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92640" y="1325880"/>
            <a:ext cx="1874519" cy="3657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1362456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92024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Alerting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37744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238"/>
                </a:solidFill>
                <a:latin typeface="Aptos"/>
              </a:rPr>
              <a:t>Threshold warnings &amp; 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Potential next-stage 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51960"/>
            <a:ext cx="16916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06824"/>
            <a:ext cx="15453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PID / ALL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423160" y="4572000"/>
            <a:ext cx="548640" cy="0"/>
          </a:xfrm>
          <a:prstGeom prst="line">
            <a:avLst/>
          </a:prstGeom>
          <a:ln w="25400">
            <a:solidFill>
              <a:srgbClr val="5F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971800" y="4251960"/>
            <a:ext cx="16916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44952" y="4306824"/>
            <a:ext cx="15453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Sampler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63440" y="4572000"/>
            <a:ext cx="548640" cy="0"/>
          </a:xfrm>
          <a:prstGeom prst="line">
            <a:avLst/>
          </a:prstGeom>
          <a:ln w="25400">
            <a:solidFill>
              <a:srgbClr val="5F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212080" y="4251960"/>
            <a:ext cx="16916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85232" y="4306824"/>
            <a:ext cx="15453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Metrics Store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903720" y="4572000"/>
            <a:ext cx="548640" cy="0"/>
          </a:xfrm>
          <a:prstGeom prst="line">
            <a:avLst/>
          </a:prstGeom>
          <a:ln w="25400">
            <a:solidFill>
              <a:srgbClr val="5F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452360" y="4251960"/>
            <a:ext cx="16916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25512" y="4306824"/>
            <a:ext cx="15453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Analyzer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4572000"/>
            <a:ext cx="548640" cy="0"/>
          </a:xfrm>
          <a:prstGeom prst="line">
            <a:avLst/>
          </a:prstGeom>
          <a:ln w="25400">
            <a:solidFill>
              <a:srgbClr val="5F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92640" y="4251960"/>
            <a:ext cx="16916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65792" y="4306824"/>
            <a:ext cx="15453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Alert /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8"/>
                </a:solidFill>
                <a:latin typeface="Aptos"/>
              </a:rPr>
              <a:t>This roadmap is a proposed extension beyond the current source implementation; the source describes the current utility as a foundation for monitoring tools such as htop, top and Prometheus node_exporter.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8"/>
                </a:solidFill>
                <a:latin typeface="Aptos"/>
              </a:rPr>
              <a:t>Operating Systems &amp; Kernel Programming  |  Process CPU &amp; Memory Inspector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BED7E8"/>
                </a:solidFill>
                <a:latin typeface="Aptos"/>
              </a:rPr>
              <a:t>Kernel state → structured telemetry → validated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3246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64008" cy="2194560"/>
          </a:xfrm>
          <a:prstGeom prst="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03704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What we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87752"/>
            <a:ext cx="292607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• Built a lightweight C inspector
• Accessed live process data through /proc
• Parsed four core metrics
• Added graceful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57400"/>
            <a:ext cx="3246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2057400"/>
            <a:ext cx="64008" cy="21945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2203704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What we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87752"/>
            <a:ext cx="292607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• Clear execution workflow
• Program logic flowchart
• Valid + invalid test paths
• Verification using Linux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057400"/>
            <a:ext cx="3246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79" y="2057400"/>
            <a:ext cx="64008" cy="2194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59" y="2203704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F34"/>
                </a:solidFill>
                <a:latin typeface="Aptos"/>
              </a:rPr>
              <a:t>What comes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587752"/>
            <a:ext cx="292607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• Richer memory metrics
• Process-tree visualization
• Continuous monitoring
• Alerts and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4983480"/>
            <a:ext cx="4800600" cy="365760"/>
          </a:xfrm>
          <a:prstGeom prst="roundRect">
            <a:avLst/>
          </a:prstGeom>
          <a:solidFill>
            <a:srgbClr val="2E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5020056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NEXT REVIEW: ADVANCED MONITORING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F6C78"/>
                </a:solidFill>
                <a:latin typeface="Aptos"/>
              </a:rPr>
              <a:t>Operating Systems &amp; Kernel Programming  |  Process CPU &amp; Memory Inspector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1036</Words>
  <Application>Microsoft Office PowerPoint</Application>
  <PresentationFormat>Widescreen</PresentationFormat>
  <Paragraphs>174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yadagirirao goparaju</cp:lastModifiedBy>
  <cp:revision>8</cp:revision>
  <cp:lastPrinted>2026-10-05T17:35:11Z</cp:lastPrinted>
  <dcterms:created xsi:type="dcterms:W3CDTF">2013-01-27T09:14:16Z</dcterms:created>
  <dcterms:modified xsi:type="dcterms:W3CDTF">2026-10-10T12:53:41Z</dcterms:modified>
  <cp:category/>
</cp:coreProperties>
</file>